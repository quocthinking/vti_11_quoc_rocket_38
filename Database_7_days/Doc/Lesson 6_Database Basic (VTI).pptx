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19" r:id="rId3"/>
    <p:sldId id="420" r:id="rId4"/>
    <p:sldId id="507" r:id="rId5"/>
    <p:sldId id="506" r:id="rId6"/>
    <p:sldId id="518" r:id="rId7"/>
    <p:sldId id="519" r:id="rId8"/>
    <p:sldId id="521" r:id="rId9"/>
    <p:sldId id="520" r:id="rId10"/>
    <p:sldId id="508" r:id="rId11"/>
    <p:sldId id="502" r:id="rId12"/>
    <p:sldId id="505" r:id="rId13"/>
    <p:sldId id="509" r:id="rId14"/>
    <p:sldId id="510" r:id="rId15"/>
    <p:sldId id="496" r:id="rId16"/>
    <p:sldId id="511" r:id="rId17"/>
    <p:sldId id="512" r:id="rId18"/>
    <p:sldId id="503" r:id="rId19"/>
    <p:sldId id="421" r:id="rId20"/>
    <p:sldId id="515" r:id="rId21"/>
    <p:sldId id="516" r:id="rId22"/>
    <p:sldId id="501" r:id="rId23"/>
    <p:sldId id="342" r:id="rId24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87958" autoAdjust="0"/>
  </p:normalViewPr>
  <p:slideViewPr>
    <p:cSldViewPr snapToGrid="0" snapToObjects="1">
      <p:cViewPr>
        <p:scale>
          <a:sx n="33" d="100"/>
          <a:sy n="33" d="100"/>
        </p:scale>
        <p:origin x="440" y="2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9/13/2020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259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72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23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9/13/2020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func_mysql_date_add.asp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 dirty="0">
                <a:solidFill>
                  <a:schemeClr val="accent1">
                    <a:lumMod val="75000"/>
                  </a:schemeClr>
                </a:solidFill>
              </a:rPr>
              <a:t>Database Basics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VTI ACADEMY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Author: </a:t>
            </a:r>
            <a:r>
              <a:rPr lang="en-US" sz="5000" dirty="0" smtClean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  <a:hlinkClick r:id="rId4"/>
              </a:rPr>
              <a:t>duy.nguyenngoc1@vti.com.vn</a:t>
            </a: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 Arial (Headings)"/>
                <a:cs typeface="Arial" panose="020B0604020202020204" pitchFamily="34" charset="0"/>
              </a:rPr>
              <a:t>March 2020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Stored Procedure</a:t>
            </a:r>
          </a:p>
          <a:p>
            <a:pPr lvl="0"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Function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Optional JOIN</a:t>
            </a:r>
          </a:p>
          <a:p>
            <a:pPr lvl="0"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41857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STORED PROCEDURE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Create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Call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Drop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84" y="3077464"/>
            <a:ext cx="19529776" cy="25013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095" y="7333544"/>
            <a:ext cx="4765930" cy="5719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284" y="10302882"/>
            <a:ext cx="8093830" cy="5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829688" y="22208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DELIMITER </a:t>
            </a:r>
            <a:r>
              <a:rPr lang="en-US" dirty="0"/>
              <a:t>$$ Meaning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Parameter </a:t>
            </a:r>
            <a:r>
              <a:rPr lang="en-US" dirty="0"/>
              <a:t>IN, OUT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The </a:t>
            </a:r>
            <a:r>
              <a:rPr lang="en-US" dirty="0"/>
              <a:t>difference between Parameter and Variable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24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1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622" y="2068426"/>
            <a:ext cx="16204020" cy="8904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356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199" y="2057399"/>
            <a:ext cx="20147085" cy="846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1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3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390" y="2068426"/>
            <a:ext cx="21471320" cy="80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4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4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93" y="1731630"/>
            <a:ext cx="20705470" cy="61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5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37" y="1852723"/>
            <a:ext cx="16532188" cy="97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7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7576948" cy="55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Assign 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value for parameter OUT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242" y="2068426"/>
            <a:ext cx="17375717" cy="8276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85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ea typeface="ＭＳ Ｐゴシック" charset="0"/>
                <a:cs typeface="League Gothic" charset="0"/>
                <a:sym typeface="League Gothic" charset="0"/>
              </a:rPr>
              <a:t>Function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User-defined function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Built-in </a:t>
            </a:r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75869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User-defined function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Create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Call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 smtClean="0"/>
              <a:t> Drop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383" y="3096916"/>
            <a:ext cx="13705157" cy="299690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382" y="7122313"/>
            <a:ext cx="7507339" cy="5118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381" y="8599986"/>
            <a:ext cx="7021133" cy="4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7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06" y="2368546"/>
            <a:ext cx="18579922" cy="100873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68506" y="1536072"/>
            <a:ext cx="100543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SET GLOBAL </a:t>
            </a:r>
            <a:r>
              <a:rPr lang="en-US" dirty="0" err="1"/>
              <a:t>log_bin_trust_function_creators</a:t>
            </a:r>
            <a:r>
              <a:rPr lang="en-US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201413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616688" y="571498"/>
            <a:ext cx="1839432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The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Comparasion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</a:t>
            </a: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function 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and </a:t>
            </a: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Stored 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Procedure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99" y="2480890"/>
            <a:ext cx="16593141" cy="764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1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Built-in functions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44454" y="2256143"/>
            <a:ext cx="1950343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 smtClean="0"/>
              <a:t> Aggregate functions</a:t>
            </a:r>
          </a:p>
          <a:p>
            <a:pPr algn="l"/>
            <a:endParaRPr lang="en-US" sz="4400" b="0" dirty="0" smtClean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 smtClean="0"/>
              <a:t> Date time functions</a:t>
            </a:r>
          </a:p>
          <a:p>
            <a:pPr algn="l"/>
            <a:endParaRPr lang="en-US" sz="4400" b="0" dirty="0" smtClean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 smtClean="0"/>
              <a:t> Other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4400" b="0" dirty="0" smtClean="0"/>
              <a:t> Round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4400" b="0" dirty="0" smtClean="0"/>
              <a:t> String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4400" b="0" dirty="0" smtClean="0"/>
              <a:t> IFNULL() &amp; COALESCE()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 smtClean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</p:txBody>
      </p:sp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Aggregate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7696" y="1839133"/>
            <a:ext cx="16119942" cy="10756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COUNT()</a:t>
            </a:r>
            <a:endParaRPr lang="en-US" sz="33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algn="l" defTabSz="914400" hangingPunct="1"/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   The difference of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COUNT(column_name)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,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*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)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,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COUNT(1), COUNT(0)</a:t>
            </a:r>
            <a:endParaRPr lang="en-US" sz="3300" b="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algn="l" defTabSz="914400" hangingPunct="1"/>
            <a:endParaRPr lang="en-US" sz="3300" b="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COUNT(column_name)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 all values which is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# nul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l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(*) 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 all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row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s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of query 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which </a:t>
            </a:r>
            <a:r>
              <a:rPr lang="en-US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is satisfied 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condition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3300" b="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COUNT(1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)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là 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 all value, which is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1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(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similar 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COUNT(*))</a:t>
            </a:r>
            <a:endParaRPr lang="en-US" sz="3300" b="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I</a:t>
            </a:r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n addition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, we can count </a:t>
            </a:r>
            <a:r>
              <a:rPr lang="en-US" sz="3300" b="0" kern="1200" dirty="0" err="1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distanct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value (Using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COUNT(DISTINCT 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column_name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)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)</a:t>
            </a: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SUM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()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MIN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()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MAX</a:t>
            </a:r>
            <a:r>
              <a:rPr lang="vi-VN" sz="33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()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AVG()</a:t>
            </a:r>
            <a:endParaRPr lang="en-US" sz="330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33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Note</a:t>
            </a:r>
            <a:r>
              <a:rPr lang="vi-VN" sz="33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: </a:t>
            </a:r>
            <a:endParaRPr lang="en-US" sz="3300" b="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457200" lvl="1" indent="0" algn="l" defTabSz="914400" hangingPunct="1"/>
            <a:r>
              <a:rPr lang="vi-VN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Aggregate functions</a:t>
            </a:r>
            <a:r>
              <a:rPr lang="en-US" sz="33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apply for value # null</a:t>
            </a:r>
            <a:endParaRPr lang="vi-VN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3300" b="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33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11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DateTime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0" y="1840922"/>
            <a:ext cx="10183628" cy="959852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549166" y="11795768"/>
            <a:ext cx="116092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hlinkClick r:id="rId3"/>
              </a:rPr>
              <a:t>https://</a:t>
            </a:r>
            <a:r>
              <a:rPr lang="en-US" i="1" dirty="0" smtClean="0">
                <a:hlinkClick r:id="rId3"/>
              </a:rPr>
              <a:t>www.w3schools.com/sql/func_mysql_date_add.asp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78817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Optional JOIN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36431" y="2285700"/>
            <a:ext cx="16119942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</a:t>
            </a:r>
            <a:r>
              <a:rPr lang="vi-VN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ON </a:t>
            </a:r>
            <a:r>
              <a:rPr lang="vi-VN" sz="44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DELETE</a:t>
            </a:r>
            <a:endParaRPr lang="en-US" sz="440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vi-VN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vi-VN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ON </a:t>
            </a:r>
            <a:r>
              <a:rPr lang="vi-VN" sz="44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UPDATE</a:t>
            </a:r>
            <a:endParaRPr lang="en-US" sz="440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kern="1200" dirty="0" smtClean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Mode</a:t>
            </a:r>
            <a:endParaRPr lang="en-US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CASCADE</a:t>
            </a: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NO </a:t>
            </a:r>
            <a:r>
              <a:rPr lang="en-US" sz="44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ACTION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SET </a:t>
            </a:r>
            <a:r>
              <a:rPr lang="en-US" sz="4400" b="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NULL</a:t>
            </a: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algn="l" defTabSz="914400" hangingPunct="1">
              <a:buFont typeface="Courier New" panose="02070309020205020404" pitchFamily="49" charset="0"/>
              <a:buChar char="o"/>
            </a:pPr>
            <a:r>
              <a:rPr lang="en-US" sz="4400" b="0" kern="1200" dirty="0" smtClean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SET DEFAULT</a:t>
            </a:r>
            <a:endParaRPr lang="en-US" sz="4400" b="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3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smtClean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5" y="1483842"/>
            <a:ext cx="9848742" cy="10729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789" y="2053634"/>
            <a:ext cx="13639785" cy="8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smtClean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5" y="1483842"/>
            <a:ext cx="9848742" cy="10729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789" y="2053634"/>
            <a:ext cx="13639785" cy="8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0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smtClean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853" y="2341852"/>
            <a:ext cx="16674082" cy="63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4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smtClean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 smtClean="0"/>
              <a:t>Assignments for Testing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20815</TotalTime>
  <Words>266</Words>
  <Application>Microsoft Office PowerPoint</Application>
  <PresentationFormat>Custom</PresentationFormat>
  <Paragraphs>92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 Arial (Headings)</vt:lpstr>
      <vt:lpstr>Arial (Body)</vt:lpstr>
      <vt:lpstr>Helvetica Neue</vt:lpstr>
      <vt:lpstr>Helvetica Neue Light</vt:lpstr>
      <vt:lpstr>Helvetica Neue Medium</vt:lpstr>
      <vt:lpstr>League Gothic</vt:lpstr>
      <vt:lpstr>Meiryo</vt:lpstr>
      <vt:lpstr>ＭＳ Ｐゴシック</vt:lpstr>
      <vt:lpstr>Open Sans Light</vt:lpstr>
      <vt:lpstr>Arial</vt:lpstr>
      <vt:lpstr>Calibri</vt:lpstr>
      <vt:lpstr>Courier New</vt:lpstr>
      <vt:lpstr>Tahoma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pc</cp:lastModifiedBy>
  <cp:revision>1543</cp:revision>
  <cp:lastPrinted>2019-09-17T11:00:25Z</cp:lastPrinted>
  <dcterms:modified xsi:type="dcterms:W3CDTF">2020-09-13T07:29:32Z</dcterms:modified>
  <cp:category/>
</cp:coreProperties>
</file>